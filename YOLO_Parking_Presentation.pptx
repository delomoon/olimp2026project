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82880" cy="1828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Arial"/>
              </a:defRPr>
            </a:pPr>
            <a:r>
              <a:t>ИНТЕЛЛЕКТУАЛЬНАЯ СИСТЕМА</a:t>
            </a:r>
            <a:br/>
            <a:r>
              <a:t>МОНИТОРИНГА ПАРКОВОЧНЫХ МЕСТ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A0"/>
                </a:solidFill>
                <a:latin typeface="Arial"/>
              </a:defRPr>
            </a:pPr>
            <a:r>
              <a:t>Автоматическое распознавание на базе YOLO11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Выполнил: [ТВОЁ ИМЯ]</a:t>
            </a:r>
            <a:br/>
            <a:r>
              <a:t>Группа: [ТВОЯ ГРУППА]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Arial"/>
              </a:defRPr>
            </a:pPr>
            <a:r>
              <a:t>• Поиск свободного места занимает до 20% времени водителя.</a:t>
            </a:r>
            <a:br/>
            <a:r>
              <a:t>• Ручной мониторинг требует ресурсов.</a:t>
            </a:r>
            <a:br/>
            <a:r>
              <a:t>• Тренд на концепцию «Умный город» (Smart City).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ЦЕЛИ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53"/>
                </a:solidFill>
                <a:latin typeface="Arial"/>
              </a:defRPr>
            </a:pPr>
            <a:r>
              <a:t>ЦЕЛЬ: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Разработка алгоритма детекции занятых/свободных мест с аналитикой по рядам.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53"/>
                </a:solidFill>
                <a:latin typeface="Arial"/>
              </a:defRPr>
            </a:pPr>
            <a:r>
              <a:t>ЗАДАЧИ: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1. Подготовка датасета.</a:t>
            </a:r>
            <a:br/>
            <a:r>
              <a:t>2. Обучение YOLO11n.</a:t>
            </a:r>
            <a:br/>
            <a:r>
              <a:t>3. Разработка логики группировки по рядам.</a:t>
            </a:r>
            <a:br/>
            <a:r>
              <a:t>4. Создание скрипта визуализации.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ДАТАСЕТ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• Более 3100 изображений (2195 train, 470 val).</a:t>
            </a:r>
            <a:br/>
            <a:r>
              <a:t>• Разные погодные условия и освещение.</a:t>
            </a:r>
            <a:br/>
            <a:r>
              <a:t>• Классы: vacant (свободно) и occupied (занято).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[ ВСТАВЬТЕ СЮДА СЕТКУ ИЗ 4-6 ПРИМЕРОВ ФОТО ИЗ ПАПКИ PHOTOS_IN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ВЫБОР МОДЕЛИ: YOLO11n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Arial"/>
              </a:defRPr>
            </a:pPr>
            <a:r>
              <a:t>• YOLO (You Only Look Once) — SOTA в реальном времени.</a:t>
            </a:r>
            <a:br/>
            <a:r>
              <a:t>• Выбрана nano-версия для работы на CPU.</a:t>
            </a:r>
            <a:br/>
            <a:r>
              <a:t>• 2.5 млн параметров, 6.5 GFLOPs.</a:t>
            </a:r>
            <a:br/>
            <a:r>
              <a:t>• Баланс между скоростью и точностью.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ПРОЦЕСС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• Оптимизатор: AdamW / MuSGD.</a:t>
            </a:r>
            <a:br/>
            <a:r>
              <a:t>• Аугментации (Mosaic, HSV) для устойчивости.</a:t>
            </a:r>
            <a:br/>
            <a:r>
              <a:t>• Early Stopping для защиты от переобучения.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[ ВСТАВЬТЕ СЮДА ГРАФИК LOSS ИЗ runs/detect/parking_t10/results.png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РЕЗУЛЬТАТЫ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C853"/>
                </a:solidFill>
                <a:latin typeface="Arial"/>
              </a:defRPr>
            </a:pPr>
            <a:r>
              <a:t>99.3%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Arial"/>
              </a:defRPr>
            </a:pPr>
            <a:r>
              <a:t>mAP50 (Точность детекции)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C853"/>
                </a:solidFill>
                <a:latin typeface="Arial"/>
              </a:defRPr>
            </a:pPr>
            <a:r>
              <a:t>97.1%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Arial"/>
              </a:defRPr>
            </a:pPr>
            <a:r>
              <a:t>mAP50-95 (Строгая метрика)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0"/>
                </a:solidFill>
                <a:latin typeface="Arial"/>
              </a:defRPr>
            </a:pPr>
            <a:r>
              <a:t>Precision: 0.984   |   Recall: 0.987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УНИКАЛЬНАЯ ЛОГИКА: ГРУППИРОВКА ПО РЯДАМ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• Кластеризация объектов по Y-координате.</a:t>
            </a:r>
            <a:br/>
            <a:r>
              <a:t>• Автоматическое определение границ рядов.</a:t>
            </a:r>
            <a:br/>
            <a:r>
              <a:t>• Вывод статистики для каждого ряда отдельно.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Arial"/>
              </a:defRPr>
            </a:pPr>
            <a:r>
              <a:t>[ ВСТАВЬТЕ СЮДА СКРИНШОТ, ГДЕ ВИДНЫ ЧЕРНЫЕ ПЛАШКИ 'РЯД 1: СВОБОДНО=...'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ВИЗУАЛИЗАЦИЯ И 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• OpenCV + PIL для отрисовки рамок.</a:t>
            </a:r>
            <a:br/>
            <a:r>
              <a:t>• Цветовое кодирование (Зеленый / Красный).</a:t>
            </a:r>
            <a:br/>
            <a:r>
              <a:t>• Полная поддержка кириллицы.</a:t>
            </a:r>
            <a:br/>
            <a:r>
              <a:t>• Генерация текстового отчета (report.txt).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Arial"/>
              </a:defRPr>
            </a:pPr>
            <a:r>
              <a:t>[ ВСТАВЬТЕ СЮДА ТВОЙ КРАСИВЫЙ СКРИНШОТ С РУССКИМИ ПОДПИСЯМИ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РАБОТА С ТРУДНОСТЯМИ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50000"/>
                </a:solidFill>
                <a:latin typeface="Arial"/>
              </a:defRPr>
            </a:pPr>
            <a:r>
              <a:t>Проблема: Обрезанные машины по краям кадра.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Решение: Снижение порога conf до 0.10. В планах — Tiled Inference (нарезка на тайлы).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50000"/>
                </a:solidFill>
                <a:latin typeface="Arial"/>
              </a:defRPr>
            </a:pPr>
            <a:r>
              <a:t>Проблема: Долгое обучение на CPU.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0"/>
                </a:solidFill>
                <a:latin typeface="Arial"/>
              </a:defRPr>
            </a:pPr>
            <a:r>
              <a:t>Решение: Кэширование данных в RAM, подбор гиперпараметров.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Arial"/>
              </a:defRPr>
            </a:pPr>
            <a:r>
              <a:t>• Разработана полноценная система детекции.</a:t>
            </a:r>
            <a:br/>
            <a:r>
              <a:t>• Достигнута точность 99%.</a:t>
            </a:r>
            <a:br/>
            <a:r>
              <a:t>• Реализована уникальная логика подсчета.</a:t>
            </a:r>
            <a:br/>
            <a:br/>
            <a:r>
              <a:t>Планы: Интеграция с IP-камерами, развертывание на Raspberry 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853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