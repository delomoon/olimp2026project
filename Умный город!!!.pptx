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8" r:id="rId2"/>
    <p:sldId id="260" r:id="rId3"/>
    <p:sldId id="259" r:id="rId4"/>
    <p:sldId id="263" r:id="rId5"/>
    <p:sldId id="264" r:id="rId6"/>
    <p:sldId id="267" r:id="rId7"/>
    <p:sldId id="276" r:id="rId8"/>
    <p:sldId id="274" r:id="rId9"/>
  </p:sldIdLst>
  <p:sldSz cx="9906000" cy="6858000" type="A4"/>
  <p:notesSz cx="6669088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101"/>
    <a:srgbClr val="3A3A3A"/>
    <a:srgbClr val="FF99FF"/>
    <a:srgbClr val="A0BBDC"/>
    <a:srgbClr val="F3F05E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84031" autoAdjust="0"/>
  </p:normalViewPr>
  <p:slideViewPr>
    <p:cSldViewPr snapToGrid="0">
      <p:cViewPr varScale="1">
        <p:scale>
          <a:sx n="74" d="100"/>
          <a:sy n="74" d="100"/>
        </p:scale>
        <p:origin x="1469" y="58"/>
      </p:cViewPr>
      <p:guideLst>
        <p:guide orient="horz" pos="2160"/>
        <p:guide pos="288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0C10C-E189-4D0E-8B6D-984CDA70A76C}" type="datetimeFigureOut">
              <a:rPr lang="ru-RU" smtClean="0"/>
              <a:pPr/>
              <a:t>23.10.2026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E98D6D-A5B5-4407-865C-799436E6902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63A28-3106-4A93-8C7A-33B0A2851E3A}" type="datetimeFigureOut">
              <a:rPr lang="ru-RU" smtClean="0"/>
              <a:pPr/>
              <a:t>23.10.2026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750" y="4714875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8250" y="9428163"/>
            <a:ext cx="288925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59611-BC2D-452B-992C-3E0D81FBBAE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Обязательно полные имена</a:t>
            </a:r>
          </a:p>
          <a:p>
            <a:r>
              <a:rPr lang="ru-RU" baseline="0" dirty="0" smtClean="0"/>
              <a:t>Обязательно инициалы наставника</a:t>
            </a:r>
          </a:p>
          <a:p>
            <a:r>
              <a:rPr lang="ru-RU" baseline="0" dirty="0" smtClean="0"/>
              <a:t>Название проекта обязательно отражает его суть!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832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Этот слайд мы оформляем картинкой – писать</a:t>
            </a:r>
            <a:r>
              <a:rPr lang="ru-RU" baseline="0" dirty="0" smtClean="0"/>
              <a:t> ничего не надо.</a:t>
            </a:r>
          </a:p>
          <a:p>
            <a:r>
              <a:rPr lang="ru-RU" baseline="0" dirty="0" smtClean="0"/>
              <a:t>Основное правило любой презентации – если можно не писать, а сказать, то писать не надо!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774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9771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080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88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 smtClean="0"/>
              <a:t>Цель: отвечает на вопрос «Что?» - «Решение»</a:t>
            </a:r>
          </a:p>
          <a:p>
            <a:r>
              <a:rPr lang="ru-RU" baseline="0" dirty="0" smtClean="0"/>
              <a:t>Задачи: отвечают на вопрос «Что делать?» - «Создать»</a:t>
            </a:r>
          </a:p>
          <a:p>
            <a:r>
              <a:rPr lang="ru-RU" baseline="0" dirty="0" smtClean="0"/>
              <a:t>Это крупные задачи – у вас будут с</a:t>
            </a:r>
          </a:p>
          <a:p>
            <a:r>
              <a:rPr lang="ru-RU" baseline="0" dirty="0" smtClean="0"/>
              <a:t>После двоеточия пишем с маленькой буквы!</a:t>
            </a:r>
          </a:p>
          <a:p>
            <a:r>
              <a:rPr lang="ru-RU" baseline="0" dirty="0" smtClean="0"/>
              <a:t>После пунктов ставим точку с запятой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859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Благодарим</a:t>
            </a:r>
            <a:r>
              <a:rPr lang="ru-RU" baseline="0" dirty="0" smtClean="0"/>
              <a:t> за внимание.</a:t>
            </a:r>
          </a:p>
          <a:p>
            <a:r>
              <a:rPr lang="ru-RU" baseline="0" dirty="0" smtClean="0"/>
              <a:t>Сейчас мы с удовольствием ответим на ваши вопросы.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859611-BC2D-452B-992C-3E0D81FBBAEF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22292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42950" y="2130427"/>
            <a:ext cx="84201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C7C44-468A-493B-B161-A7D82D313D7D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60D1C-EDB9-4B93-8D73-0FA7918307A9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DFAC-A9BA-4F76-9748-465EDB585122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9530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5035550" y="1600202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91C-8595-44E4-81EF-EA52DB92F3AD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AB43B-0EB7-4BA4-B522-2DA1DA75EE5D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59C7-DD1B-4550-BD60-1533A4A45AF7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B328C-FCD7-4741-9FC4-480B7B48C2F6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872972" y="273052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95302" y="1435102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01FEC-4FC5-4C45-80F9-74927CB2F0BE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41645" y="4800601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1645" y="5367339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8E8B6-0EC3-4330-B595-A12CB21C3019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18DC8-44D6-45E3-9BA5-F62A05AA5D6E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5540E-382C-4976-B827-E845430A573F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/>
          <p:cNvPicPr>
            <a:picLocks noChangeAspect="1" noChangeArrowheads="1"/>
          </p:cNvPicPr>
          <p:nvPr userDrawn="1"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5" r="9107" b="30457"/>
          <a:stretch/>
        </p:blipFill>
        <p:spPr bwMode="auto">
          <a:xfrm>
            <a:off x="-1" y="4040948"/>
            <a:ext cx="9906001" cy="281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95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368CF-747E-45D1-809A-D07469132383}" type="datetime1">
              <a:rPr lang="ru-RU" smtClean="0"/>
              <a:pPr/>
              <a:t>23.10.2026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 smtClean="0"/>
              <a:t>Общефедральная неделя музыки</a:t>
            </a: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H:\Кванториум\ПРЕЗЕНТАЦИИ\17-03-05 преза профильные смены\img\shutterstock_379755748 [Converted]-0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94409"/>
            <a:ext cx="9906000" cy="6465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H:\Кванториум\фото\13590475_1095302053869807_4063641405052603037_n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04" t="28814" r="21481" b="26111"/>
          <a:stretch/>
        </p:blipFill>
        <p:spPr bwMode="auto">
          <a:xfrm>
            <a:off x="6215380" y="4773072"/>
            <a:ext cx="1036320" cy="104125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H:\Кванториум\фото\56be7bcbc948f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r="11042"/>
          <a:stretch/>
        </p:blipFill>
        <p:spPr bwMode="auto">
          <a:xfrm>
            <a:off x="5108138" y="5179056"/>
            <a:ext cx="587684" cy="575104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H:\Кванториум\фото\image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4" r="52035" b="29986"/>
          <a:stretch/>
        </p:blipFill>
        <p:spPr bwMode="auto">
          <a:xfrm>
            <a:off x="4380324" y="4693895"/>
            <a:ext cx="482522" cy="505273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7" descr="H:\Кванториум\фото\rep032-6.jpeg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84" t="28668" r="26378" b="17185"/>
          <a:stretch/>
        </p:blipFill>
        <p:spPr bwMode="auto">
          <a:xfrm>
            <a:off x="3646276" y="5073102"/>
            <a:ext cx="500062" cy="480998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H:\Кванториум\16-12-06 Буклет\img\IMG_3754.jpg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80" t="17360" r="42457" b="59151"/>
          <a:stretch/>
        </p:blipFill>
        <p:spPr bwMode="auto">
          <a:xfrm>
            <a:off x="2517637" y="5020092"/>
            <a:ext cx="333678" cy="340151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9" descr="H:\Кванториум\16-12-06 Буклет\img\IMG_3218.jp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75" t="13508" r="27469" b="8911"/>
          <a:stretch/>
        </p:blipFill>
        <p:spPr bwMode="auto">
          <a:xfrm>
            <a:off x="8305863" y="5190168"/>
            <a:ext cx="439146" cy="43303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496" y="31433"/>
            <a:ext cx="1377007" cy="13770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83327" y="1421331"/>
            <a:ext cx="6622536" cy="83099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800" dirty="0" smtClean="0">
                <a:latin typeface="Arial Black" panose="020B0A04020102020204" pitchFamily="34" charset="0"/>
              </a:rPr>
              <a:t>“</a:t>
            </a:r>
            <a:r>
              <a:rPr lang="ru-RU" sz="4800" dirty="0" smtClean="0">
                <a:latin typeface="Arial Black" panose="020B0A04020102020204" pitchFamily="34" charset="0"/>
              </a:rPr>
              <a:t>Умный Паркинг</a:t>
            </a:r>
            <a:r>
              <a:rPr lang="en-US" sz="4800" dirty="0" smtClean="0">
                <a:latin typeface="Arial Black" panose="020B0A04020102020204" pitchFamily="34" charset="0"/>
              </a:rPr>
              <a:t>”</a:t>
            </a:r>
            <a:endParaRPr lang="ru-RU" sz="4800" dirty="0"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7996" y="2890365"/>
            <a:ext cx="90297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Работали</a:t>
            </a:r>
            <a:r>
              <a:rPr lang="en-US" dirty="0" smtClean="0"/>
              <a:t>:</a:t>
            </a:r>
            <a:r>
              <a:rPr lang="ru-RU" dirty="0" smtClean="0"/>
              <a:t> Чернышев Филипп Олегович, Майоров Максим Алексеевич, Лобанов Давид Маркович, Баранов Константин Ильич, Абатчиков Дмитрий Анатольевич.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0" y="6479940"/>
            <a:ext cx="403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Наставник</a:t>
            </a:r>
            <a:r>
              <a:rPr lang="en-US" dirty="0" smtClean="0"/>
              <a:t>:</a:t>
            </a:r>
            <a:r>
              <a:rPr lang="ru-RU" dirty="0" smtClean="0"/>
              <a:t> А. И. Коршунов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386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Водители тратят в среднем </a:t>
            </a:r>
            <a:r>
              <a:rPr lang="ru-RU" b="1" dirty="0"/>
              <a:t>10–15 минут</a:t>
            </a:r>
            <a:r>
              <a:rPr lang="ru-RU" dirty="0"/>
              <a:t> на поиск свободного парковочного места в час пик.</a:t>
            </a:r>
          </a:p>
          <a:p>
            <a:r>
              <a:rPr lang="ru-RU" dirty="0"/>
              <a:t>Отсутствие актуальной информации о занятости парковки создает «холостые» пробеги автомобилей.</a:t>
            </a:r>
          </a:p>
          <a:p>
            <a:r>
              <a:rPr lang="ru-RU" dirty="0"/>
              <a:t>Это приводит к повышению уровня стресса водителей, росту выбросов CO2 и заторам на въезде в паркинг.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004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Цель и задачи</a:t>
            </a:r>
            <a:endParaRPr lang="ru-RU" b="1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smtClean="0"/>
              <a:t>Цель</a:t>
            </a:r>
            <a:r>
              <a:rPr lang="ru-RU" b="1" dirty="0"/>
              <a:t>:</a:t>
            </a:r>
            <a:r>
              <a:rPr lang="ru-RU" dirty="0"/>
              <a:t> Сократить время поиска парковочного места и снизить загруженность парковочного пространства за счет интеллектуальной </a:t>
            </a:r>
            <a:r>
              <a:rPr lang="ru-RU" dirty="0" smtClean="0"/>
              <a:t>навигации</a:t>
            </a:r>
            <a:r>
              <a:rPr lang="en-US" dirty="0" smtClean="0"/>
              <a:t>;</a:t>
            </a:r>
            <a:endParaRPr lang="ru-RU" dirty="0"/>
          </a:p>
          <a:p>
            <a:r>
              <a:rPr lang="ru-RU" b="1" dirty="0"/>
              <a:t>Задачи:</a:t>
            </a:r>
            <a:endParaRPr lang="ru-RU" dirty="0"/>
          </a:p>
          <a:p>
            <a:pPr lvl="1"/>
            <a:r>
              <a:rPr lang="ru-RU" dirty="0"/>
              <a:t>р</a:t>
            </a:r>
            <a:r>
              <a:rPr lang="ru-RU" dirty="0" smtClean="0"/>
              <a:t>азработать </a:t>
            </a:r>
            <a:r>
              <a:rPr lang="ru-RU" dirty="0"/>
              <a:t>систему мониторинга занятости парковочных мест в реальном </a:t>
            </a:r>
            <a:r>
              <a:rPr lang="ru-RU" dirty="0" smtClean="0"/>
              <a:t>времени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с</a:t>
            </a:r>
            <a:r>
              <a:rPr lang="ru-RU" dirty="0" smtClean="0"/>
              <a:t>оздать </a:t>
            </a:r>
            <a:r>
              <a:rPr lang="ru-RU" dirty="0"/>
              <a:t>мобильное приложение с функцией прокладывания маршрута до конкретной свободной </a:t>
            </a:r>
            <a:r>
              <a:rPr lang="ru-RU" dirty="0" smtClean="0"/>
              <a:t>ячейки</a:t>
            </a:r>
            <a:r>
              <a:rPr lang="en-US" dirty="0" smtClean="0"/>
              <a:t>;</a:t>
            </a:r>
            <a:endParaRPr lang="ru-RU" dirty="0"/>
          </a:p>
          <a:p>
            <a:pPr lvl="1"/>
            <a:r>
              <a:rPr lang="ru-RU" dirty="0"/>
              <a:t>о</a:t>
            </a:r>
            <a:r>
              <a:rPr lang="ru-RU" dirty="0" smtClean="0"/>
              <a:t>беспечить </a:t>
            </a:r>
            <a:r>
              <a:rPr lang="ru-RU" dirty="0"/>
              <a:t>интеграцию системы с инфраструктурой паркинга (датчики, шлагбаумы</a:t>
            </a:r>
            <a:r>
              <a:rPr lang="ru-RU" dirty="0" smtClean="0"/>
              <a:t>).</a:t>
            </a: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755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Преимущества аналогов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ru-RU" b="1" dirty="0"/>
              <a:t>Счетчики на въезде:</a:t>
            </a:r>
            <a:r>
              <a:rPr lang="ru-RU" dirty="0"/>
              <a:t> Показывают общее количество свободных мест (но не конкретную </a:t>
            </a:r>
            <a:r>
              <a:rPr lang="ru-RU" dirty="0" smtClean="0"/>
              <a:t>ячейку)</a:t>
            </a:r>
            <a:endParaRPr lang="ru-RU" dirty="0"/>
          </a:p>
          <a:p>
            <a:r>
              <a:rPr lang="ru-RU" b="1" dirty="0"/>
              <a:t>Цветовая индикация (светофоры):</a:t>
            </a:r>
            <a:r>
              <a:rPr lang="ru-RU" dirty="0"/>
              <a:t> Позволяют визуально оценить занятость ряда, но требуют внимания водителя и не ведут к </a:t>
            </a:r>
            <a:r>
              <a:rPr lang="ru-RU" dirty="0" smtClean="0"/>
              <a:t>цели</a:t>
            </a:r>
            <a:r>
              <a:rPr lang="ru-RU" dirty="0"/>
              <a:t>.</a:t>
            </a:r>
            <a:endParaRPr lang="ru-RU" dirty="0"/>
          </a:p>
          <a:p>
            <a:r>
              <a:rPr lang="ru-RU" b="1" dirty="0"/>
              <a:t>П</a:t>
            </a:r>
            <a:r>
              <a:rPr lang="ru-RU" b="1" dirty="0" smtClean="0"/>
              <a:t>арктроники</a:t>
            </a:r>
            <a:r>
              <a:rPr lang="ru-RU" b="1" dirty="0"/>
              <a:t>:</a:t>
            </a:r>
            <a:r>
              <a:rPr lang="ru-RU" dirty="0"/>
              <a:t> Помогают припарковаться, но не решают задачу поиска </a:t>
            </a:r>
            <a:r>
              <a:rPr lang="ru-RU" dirty="0" smtClean="0"/>
              <a:t>места.</a:t>
            </a:r>
            <a:endParaRPr lang="ru-RU" dirty="0"/>
          </a:p>
          <a:p>
            <a:r>
              <a:rPr lang="ru-RU" b="1" dirty="0"/>
              <a:t>В</a:t>
            </a:r>
            <a:r>
              <a:rPr lang="ru-RU" b="1" dirty="0" smtClean="0"/>
              <a:t>ывод</a:t>
            </a:r>
            <a:r>
              <a:rPr lang="ru-RU" b="1" dirty="0"/>
              <a:t>:</a:t>
            </a:r>
            <a:r>
              <a:rPr lang="ru-RU" dirty="0"/>
              <a:t> Существующие решения информируют о наличии мест, но не оптимизируют маршрут движения к ним</a:t>
            </a:r>
            <a:r>
              <a:rPr lang="ru-RU" dirty="0" smtClean="0"/>
              <a:t>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0966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</a:t>
            </a:r>
            <a:r>
              <a:rPr lang="ru-RU" b="1" dirty="0" smtClean="0"/>
              <a:t>едостатки аналогов</a:t>
            </a:r>
            <a:endParaRPr lang="ru-RU" b="1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339437" y="1692564"/>
            <a:ext cx="8915400" cy="428221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Водитель все равно вынужден самостоятельно кружить по парковке, чтобы найти конкретное место.</a:t>
            </a:r>
          </a:p>
          <a:p>
            <a:r>
              <a:rPr lang="ru-RU" dirty="0"/>
              <a:t>Системы индикации не учитывают габариты автомобиля (место может быть свободно, но мало для внедорожника).</a:t>
            </a:r>
          </a:p>
          <a:p>
            <a:r>
              <a:rPr lang="ru-RU" dirty="0"/>
              <a:t>Отсутствие точной навигации внутри закрытых помещений (GPS не работает).</a:t>
            </a:r>
          </a:p>
          <a:p>
            <a:r>
              <a:rPr lang="ru-RU" dirty="0"/>
              <a:t>Светофоры не показывают, освободится ли место через минуту (нет прогноза</a:t>
            </a:r>
            <a:r>
              <a:rPr lang="ru-RU" dirty="0" smtClean="0"/>
              <a:t>).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9775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Наше предложение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495300" y="1417638"/>
            <a:ext cx="8915400" cy="3341398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Умное приложение:</a:t>
            </a:r>
            <a:r>
              <a:rPr lang="ru-RU" dirty="0"/>
              <a:t> Анализирует данные с датчиков и строит оптимальный маршрут.</a:t>
            </a:r>
          </a:p>
          <a:p>
            <a:r>
              <a:rPr lang="ru-RU" b="1" dirty="0"/>
              <a:t>Точная навигация:</a:t>
            </a:r>
            <a:r>
              <a:rPr lang="ru-RU" dirty="0"/>
              <a:t> Ведет водителя прямо к свободному парковочному месту (стрелка на экране или AR-режим).</a:t>
            </a:r>
          </a:p>
          <a:p>
            <a:r>
              <a:rPr lang="ru-RU" b="1" smtClean="0"/>
              <a:t>Аналитика</a:t>
            </a:r>
            <a:r>
              <a:rPr lang="ru-RU" b="1" dirty="0"/>
              <a:t>:</a:t>
            </a:r>
            <a:r>
              <a:rPr lang="ru-RU" dirty="0"/>
              <a:t> Приложение подбирает место, подходящее под тип кузова и габариты вашего авто.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01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Эскизы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4228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r>
              <a:rPr lang="ru-RU" dirty="0" smtClean="0"/>
              <a:t>Благодарим за внимание!</a:t>
            </a:r>
            <a:endParaRPr lang="en-US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sz="2500" dirty="0" smtClean="0">
              <a:ln>
                <a:solidFill>
                  <a:srgbClr val="002060"/>
                </a:solidFill>
              </a:ln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ru-RU" dirty="0" smtClean="0"/>
          </a:p>
          <a:p>
            <a:pPr marL="0" indent="0" algn="ctr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5357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10551</TotalTime>
  <Words>362</Words>
  <Application>Microsoft Office PowerPoint</Application>
  <PresentationFormat>Лист A4 (210x297 мм)</PresentationFormat>
  <Paragraphs>67</Paragraphs>
  <Slides>8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Тема Office</vt:lpstr>
      <vt:lpstr>Презентация PowerPoint</vt:lpstr>
      <vt:lpstr>Проблема</vt:lpstr>
      <vt:lpstr>Цель и задачи</vt:lpstr>
      <vt:lpstr>Преимущества аналогов</vt:lpstr>
      <vt:lpstr>Недостатки аналогов</vt:lpstr>
      <vt:lpstr>Наше предложение</vt:lpstr>
      <vt:lpstr>Эскизы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Приоритетный проект</dc:title>
  <dc:creator>Asus</dc:creator>
  <cp:lastModifiedBy>User</cp:lastModifiedBy>
  <cp:revision>549</cp:revision>
  <dcterms:created xsi:type="dcterms:W3CDTF">2017-03-05T14:49:31Z</dcterms:created>
  <dcterms:modified xsi:type="dcterms:W3CDTF">2026-10-23T09:20:01Z</dcterms:modified>
</cp:coreProperties>
</file>