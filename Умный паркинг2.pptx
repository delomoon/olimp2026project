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59" r:id="rId4"/>
    <p:sldId id="263" r:id="rId5"/>
    <p:sldId id="264" r:id="rId6"/>
    <p:sldId id="267" r:id="rId7"/>
    <p:sldId id="274" r:id="rId8"/>
  </p:sldIdLst>
  <p:sldSz cx="9906000" cy="6858000" type="A4"/>
  <p:notesSz cx="6669088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3A3A3A"/>
    <a:srgbClr val="FF99FF"/>
    <a:srgbClr val="A0BBDC"/>
    <a:srgbClr val="F3F05E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84031" autoAdjust="0"/>
  </p:normalViewPr>
  <p:slideViewPr>
    <p:cSldViewPr snapToGrid="0">
      <p:cViewPr varScale="1">
        <p:scale>
          <a:sx n="74" d="100"/>
          <a:sy n="74" d="100"/>
        </p:scale>
        <p:origin x="1469" y="58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0C10C-E189-4D0E-8B6D-984CDA70A76C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98D6D-A5B5-4407-865C-799436E6902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63A28-3106-4A93-8C7A-33B0A2851E3A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59611-BC2D-452B-992C-3E0D81FBBAE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Обязательно полные имена</a:t>
            </a:r>
          </a:p>
          <a:p>
            <a:r>
              <a:rPr lang="ru-RU" baseline="0" dirty="0" smtClean="0"/>
              <a:t>Обязательно инициалы наставника</a:t>
            </a:r>
          </a:p>
          <a:p>
            <a:r>
              <a:rPr lang="ru-RU" baseline="0" dirty="0" smtClean="0"/>
              <a:t>Название проекта обязательно отражает его суть!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83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Этот слайд мы оформляем картинкой – писать</a:t>
            </a:r>
            <a:r>
              <a:rPr lang="ru-RU" baseline="0" dirty="0" smtClean="0"/>
              <a:t> ничего не надо.</a:t>
            </a:r>
          </a:p>
          <a:p>
            <a:r>
              <a:rPr lang="ru-RU" baseline="0" dirty="0" smtClean="0"/>
              <a:t>Основное правило любой презентации – если можно не писать, а сказать, то писать не надо!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77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771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08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88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85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Благодарим</a:t>
            </a:r>
            <a:r>
              <a:rPr lang="ru-RU" baseline="0" dirty="0" smtClean="0"/>
              <a:t> за внимание.</a:t>
            </a:r>
          </a:p>
          <a:p>
            <a:r>
              <a:rPr lang="ru-RU" baseline="0" dirty="0" smtClean="0"/>
              <a:t>Сейчас мы с удовольствием ответим на ваши вопросы.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2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C7C44-468A-493B-B161-A7D82D313D7D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0D1C-EDB9-4B93-8D73-0FA7918307A9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DFAC-A9BA-4F76-9748-465EDB585122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91C-8595-44E4-81EF-EA52DB92F3AD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B43B-0EB7-4BA4-B522-2DA1DA75EE5D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59C7-DD1B-4550-BD60-1533A4A45AF7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328C-FCD7-4741-9FC4-480B7B48C2F6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1FEC-4FC5-4C45-80F9-74927CB2F0BE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8E8B6-0EC3-4330-B595-A12CB21C3019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8DC8-44D6-45E3-9BA5-F62A05AA5D6E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540E-382C-4976-B827-E845430A573F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5" r="9107" b="30457"/>
          <a:stretch/>
        </p:blipFill>
        <p:spPr bwMode="auto">
          <a:xfrm>
            <a:off x="-1" y="4040948"/>
            <a:ext cx="9906001" cy="281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368CF-747E-45D1-809A-D07469132383}" type="datetime1">
              <a:rPr lang="ru-RU" smtClean="0"/>
              <a:pPr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H:\Кванториум\ПРЕЗЕНТАЦИИ\17-03-05 преза профильные смены\img\shutterstock_379755748 [Converted]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409"/>
            <a:ext cx="9906000" cy="64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:\Кванториум\фото\13590475_1095302053869807_4063641405052603037_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4" t="28814" r="21481" b="26111"/>
          <a:stretch/>
        </p:blipFill>
        <p:spPr bwMode="auto">
          <a:xfrm>
            <a:off x="6215380" y="4773072"/>
            <a:ext cx="1036320" cy="104125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 descr="H:\Кванториум\фото\56be7bcbc948f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r="11042"/>
          <a:stretch/>
        </p:blipFill>
        <p:spPr bwMode="auto">
          <a:xfrm>
            <a:off x="5108138" y="5179056"/>
            <a:ext cx="587684" cy="57510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H:\Кванториум\фото\image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r="52035" b="29986"/>
          <a:stretch/>
        </p:blipFill>
        <p:spPr bwMode="auto">
          <a:xfrm>
            <a:off x="4380324" y="4693895"/>
            <a:ext cx="482522" cy="50527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H:\Кванториум\фото\rep032-6.jpe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4" t="28668" r="26378" b="17185"/>
          <a:stretch/>
        </p:blipFill>
        <p:spPr bwMode="auto">
          <a:xfrm>
            <a:off x="3646276" y="5073102"/>
            <a:ext cx="500062" cy="48099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H:\Кванториум\16-12-06 Буклет\img\IMG_3754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0" t="17360" r="42457" b="59151"/>
          <a:stretch/>
        </p:blipFill>
        <p:spPr bwMode="auto">
          <a:xfrm>
            <a:off x="2517637" y="5020092"/>
            <a:ext cx="333678" cy="34015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H:\Кванториум\16-12-06 Буклет\img\IMG_3218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5" t="13508" r="27469" b="8911"/>
          <a:stretch/>
        </p:blipFill>
        <p:spPr bwMode="auto">
          <a:xfrm>
            <a:off x="8305863" y="5190168"/>
            <a:ext cx="439146" cy="4330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96" y="31433"/>
            <a:ext cx="1377007" cy="1377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3327" y="1421331"/>
            <a:ext cx="662253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dirty="0" smtClean="0">
                <a:latin typeface="Arial Black" panose="020B0A04020102020204" pitchFamily="34" charset="0"/>
              </a:rPr>
              <a:t>“</a:t>
            </a:r>
            <a:r>
              <a:rPr lang="ru-RU" sz="4800" dirty="0" smtClean="0">
                <a:latin typeface="Arial Black" panose="020B0A04020102020204" pitchFamily="34" charset="0"/>
              </a:rPr>
              <a:t>Умный Паркинг</a:t>
            </a:r>
            <a:r>
              <a:rPr lang="en-US" sz="4800" dirty="0" smtClean="0">
                <a:latin typeface="Arial Black" panose="020B0A04020102020204" pitchFamily="34" charset="0"/>
              </a:rPr>
              <a:t>”</a:t>
            </a:r>
            <a:endParaRPr lang="ru-RU" sz="48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996" y="2890365"/>
            <a:ext cx="90297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Работали</a:t>
            </a:r>
            <a:r>
              <a:rPr lang="en-US" dirty="0" smtClean="0"/>
              <a:t>:</a:t>
            </a:r>
            <a:r>
              <a:rPr lang="ru-RU" dirty="0" smtClean="0"/>
              <a:t> Чернышев Филипп Олегович, Майоров Максим Алексеевич, Лобанов Давид Маркович, Баранов Константин Ильич, Абатчиков Дмитрий Анатольевич.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6479940"/>
            <a:ext cx="403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Наставник</a:t>
            </a:r>
            <a:r>
              <a:rPr lang="en-US" dirty="0" smtClean="0"/>
              <a:t>:</a:t>
            </a:r>
            <a:r>
              <a:rPr lang="ru-RU" dirty="0" smtClean="0"/>
              <a:t> А. И. Коршунов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386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Проблема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Водители тратят в среднем </a:t>
            </a:r>
            <a:r>
              <a:rPr lang="ru-RU" b="1" dirty="0"/>
              <a:t>10–15 минут</a:t>
            </a:r>
            <a:r>
              <a:rPr lang="ru-RU" dirty="0"/>
              <a:t> на поиск свободного парковочного места в час пик.</a:t>
            </a:r>
          </a:p>
          <a:p>
            <a:r>
              <a:rPr lang="ru-RU" dirty="0"/>
              <a:t>Отсутствие актуальной информации о занятости парковки создает «холостые» пробеги автомобилей.</a:t>
            </a:r>
          </a:p>
          <a:p>
            <a:r>
              <a:rPr lang="ru-RU" dirty="0"/>
              <a:t>Это приводит к повышению уровня стресса водителей, росту выбросов CO2 и заторам на въезде в паркинг.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004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Цель и задачи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Цель</a:t>
            </a:r>
            <a:r>
              <a:rPr lang="ru-RU" b="1" dirty="0"/>
              <a:t>:</a:t>
            </a:r>
            <a:r>
              <a:rPr lang="ru-RU" dirty="0"/>
              <a:t> Сократить время поиска парковочного места и снизить загруженность </a:t>
            </a:r>
            <a:r>
              <a:rPr lang="ru-RU"/>
              <a:t>парковочного </a:t>
            </a:r>
            <a:r>
              <a:rPr lang="ru-RU" smtClean="0"/>
              <a:t>пространства</a:t>
            </a:r>
            <a:endParaRPr lang="ru-RU" dirty="0"/>
          </a:p>
          <a:p>
            <a:r>
              <a:rPr lang="ru-RU" b="1" dirty="0"/>
              <a:t>Задачи:</a:t>
            </a:r>
            <a:endParaRPr lang="ru-RU" dirty="0"/>
          </a:p>
          <a:p>
            <a:pPr lvl="1"/>
            <a:r>
              <a:rPr lang="ru-RU" dirty="0"/>
              <a:t>р</a:t>
            </a:r>
            <a:r>
              <a:rPr lang="ru-RU" dirty="0" smtClean="0"/>
              <a:t>азработать </a:t>
            </a:r>
            <a:r>
              <a:rPr lang="ru-RU" dirty="0"/>
              <a:t>систему мониторинга занятости парковочных мест в реальном </a:t>
            </a:r>
            <a:r>
              <a:rPr lang="ru-RU" dirty="0" smtClean="0"/>
              <a:t>времени</a:t>
            </a:r>
            <a:r>
              <a:rPr lang="en-US" dirty="0" smtClean="0"/>
              <a:t>;</a:t>
            </a:r>
            <a:endParaRPr lang="ru-RU" dirty="0"/>
          </a:p>
          <a:p>
            <a:pPr lvl="1"/>
            <a:r>
              <a:rPr lang="ru-RU" dirty="0"/>
              <a:t>с</a:t>
            </a:r>
            <a:r>
              <a:rPr lang="ru-RU" dirty="0" smtClean="0"/>
              <a:t>оздать </a:t>
            </a:r>
            <a:r>
              <a:rPr lang="ru-RU" dirty="0"/>
              <a:t>мобильное приложение с функцией прокладывания маршрута до конкретной свободной </a:t>
            </a:r>
            <a:r>
              <a:rPr lang="ru-RU" dirty="0" smtClean="0"/>
              <a:t>ячейки</a:t>
            </a:r>
            <a:r>
              <a:rPr lang="en-US" dirty="0" smtClean="0"/>
              <a:t>;</a:t>
            </a:r>
            <a:endParaRPr lang="ru-RU" dirty="0"/>
          </a:p>
          <a:p>
            <a:pPr lvl="1"/>
            <a:r>
              <a:rPr lang="ru-RU" dirty="0"/>
              <a:t>о</a:t>
            </a:r>
            <a:r>
              <a:rPr lang="ru-RU" dirty="0" smtClean="0"/>
              <a:t>беспечить </a:t>
            </a:r>
            <a:r>
              <a:rPr lang="ru-RU" dirty="0"/>
              <a:t>интеграцию системы с инфраструктурой паркинга (датчики, шлагбаумы</a:t>
            </a:r>
            <a:r>
              <a:rPr lang="ru-RU" dirty="0" smtClean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55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Преимущества аналогов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Счетчики на въезде:</a:t>
            </a:r>
            <a:r>
              <a:rPr lang="ru-RU" dirty="0"/>
              <a:t> Показывают общее количество свободных мест (но не конкретную </a:t>
            </a:r>
            <a:r>
              <a:rPr lang="ru-RU" dirty="0" smtClean="0"/>
              <a:t>ячейку)</a:t>
            </a:r>
            <a:endParaRPr lang="ru-RU" dirty="0"/>
          </a:p>
          <a:p>
            <a:r>
              <a:rPr lang="ru-RU" b="1" dirty="0"/>
              <a:t>Цветовая индикация (светофоры):</a:t>
            </a:r>
            <a:r>
              <a:rPr lang="ru-RU" dirty="0"/>
              <a:t> Позволяют визуально оценить занятость </a:t>
            </a:r>
            <a:r>
              <a:rPr lang="ru-RU" dirty="0" smtClean="0"/>
              <a:t>ряда.</a:t>
            </a:r>
            <a:endParaRPr lang="ru-RU" dirty="0"/>
          </a:p>
          <a:p>
            <a:r>
              <a:rPr lang="ru-RU" b="1" dirty="0"/>
              <a:t>П</a:t>
            </a:r>
            <a:r>
              <a:rPr lang="ru-RU" b="1" dirty="0" smtClean="0"/>
              <a:t>арктроники</a:t>
            </a:r>
            <a:r>
              <a:rPr lang="ru-RU" b="1" dirty="0"/>
              <a:t>:</a:t>
            </a:r>
            <a:r>
              <a:rPr lang="ru-RU" dirty="0"/>
              <a:t> Помогают </a:t>
            </a:r>
            <a:r>
              <a:rPr lang="ru-RU" dirty="0" smtClean="0"/>
              <a:t>припарковаться.</a:t>
            </a:r>
            <a:endParaRPr lang="ru-RU" dirty="0"/>
          </a:p>
          <a:p>
            <a:r>
              <a:rPr lang="ru-RU" b="1" dirty="0"/>
              <a:t>В</a:t>
            </a:r>
            <a:r>
              <a:rPr lang="ru-RU" b="1" dirty="0" smtClean="0"/>
              <a:t>ывод</a:t>
            </a:r>
            <a:r>
              <a:rPr lang="ru-RU" b="1" dirty="0"/>
              <a:t>:</a:t>
            </a:r>
            <a:r>
              <a:rPr lang="ru-RU" dirty="0"/>
              <a:t> Существующие решения информируют о наличии мест, но не оптимизируют маршрут движения к ним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96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</a:t>
            </a:r>
            <a:r>
              <a:rPr lang="ru-RU" b="1" dirty="0" smtClean="0"/>
              <a:t>едостатки аналогов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339437" y="1692564"/>
            <a:ext cx="8915400" cy="4282210"/>
          </a:xfrm>
        </p:spPr>
        <p:txBody>
          <a:bodyPr>
            <a:normAutofit/>
          </a:bodyPr>
          <a:lstStyle/>
          <a:p>
            <a:r>
              <a:rPr lang="ru-RU" dirty="0"/>
              <a:t>Водитель </a:t>
            </a:r>
            <a:r>
              <a:rPr lang="ru-RU" dirty="0" smtClean="0"/>
              <a:t>вынужден  </a:t>
            </a:r>
            <a:r>
              <a:rPr lang="ru-RU" dirty="0" smtClean="0"/>
              <a:t>самостоятельно находить </a:t>
            </a:r>
            <a:r>
              <a:rPr lang="ru-RU" dirty="0" smtClean="0"/>
              <a:t>место</a:t>
            </a:r>
            <a:r>
              <a:rPr lang="ru-RU" dirty="0"/>
              <a:t>.</a:t>
            </a:r>
          </a:p>
          <a:p>
            <a:r>
              <a:rPr lang="ru-RU" dirty="0" smtClean="0"/>
              <a:t>Отсутствие </a:t>
            </a:r>
            <a:r>
              <a:rPr lang="ru-RU" dirty="0"/>
              <a:t>точной </a:t>
            </a:r>
            <a:r>
              <a:rPr lang="ru-RU" dirty="0" smtClean="0"/>
              <a:t>навигации.</a:t>
            </a:r>
            <a:endParaRPr lang="ru-RU" dirty="0"/>
          </a:p>
          <a:p>
            <a:r>
              <a:rPr lang="ru-RU" dirty="0" smtClean="0"/>
              <a:t>Нет прогноза.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77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Наше предложение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95300" y="1417638"/>
            <a:ext cx="8915400" cy="3341398"/>
          </a:xfrm>
        </p:spPr>
        <p:txBody>
          <a:bodyPr>
            <a:normAutofit/>
          </a:bodyPr>
          <a:lstStyle/>
          <a:p>
            <a:r>
              <a:rPr lang="ru-RU" b="1" dirty="0"/>
              <a:t>Умное приложение:</a:t>
            </a:r>
            <a:r>
              <a:rPr lang="ru-RU" dirty="0"/>
              <a:t> Анализирует данные с датчиков и строит оптимальный маршрут.</a:t>
            </a:r>
          </a:p>
          <a:p>
            <a:r>
              <a:rPr lang="ru-RU" b="1" dirty="0"/>
              <a:t>Точная навигация:</a:t>
            </a:r>
            <a:r>
              <a:rPr lang="ru-RU" dirty="0"/>
              <a:t> Ведет водителя прямо к свободному парковочному месту (стрелка на </a:t>
            </a:r>
            <a:r>
              <a:rPr lang="ru-RU" dirty="0" smtClean="0"/>
              <a:t>экране).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01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На этом все!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dirty="0" smtClean="0">
                <a:latin typeface="Arial Black" panose="020B0A04020102020204" pitchFamily="34" charset="0"/>
              </a:rPr>
              <a:t>Благодарим за внимание!</a:t>
            </a:r>
          </a:p>
          <a:p>
            <a:pPr marL="0" indent="0" algn="ctr">
              <a:buNone/>
            </a:pPr>
            <a:r>
              <a:rPr lang="ru-RU" dirty="0" smtClean="0">
                <a:latin typeface="Arial Black" panose="020B0A04020102020204" pitchFamily="34" charset="0"/>
              </a:rPr>
              <a:t>Готовы ответить на ваши вопросы.</a:t>
            </a:r>
            <a:endParaRPr lang="en-US" dirty="0" smtClean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sz="2500" dirty="0" smtClean="0">
              <a:ln>
                <a:solidFill>
                  <a:srgbClr val="002060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53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11920</TotalTime>
  <Words>329</Words>
  <Application>Microsoft Office PowerPoint</Application>
  <PresentationFormat>Лист A4 (210x297 мм)</PresentationFormat>
  <Paragraphs>66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Тема Office</vt:lpstr>
      <vt:lpstr>Презентация PowerPoint</vt:lpstr>
      <vt:lpstr>Проблема</vt:lpstr>
      <vt:lpstr>Цель и задачи</vt:lpstr>
      <vt:lpstr>Преимущества аналогов</vt:lpstr>
      <vt:lpstr>Недостатки аналогов</vt:lpstr>
      <vt:lpstr>Наше предложение</vt:lpstr>
      <vt:lpstr>На этом все!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Приоритетный проект</dc:title>
  <dc:creator>Asus</dc:creator>
  <cp:lastModifiedBy>User</cp:lastModifiedBy>
  <cp:revision>556</cp:revision>
  <dcterms:created xsi:type="dcterms:W3CDTF">2017-03-05T14:49:31Z</dcterms:created>
  <dcterms:modified xsi:type="dcterms:W3CDTF">2026-10-24T11:17:56Z</dcterms:modified>
</cp:coreProperties>
</file>